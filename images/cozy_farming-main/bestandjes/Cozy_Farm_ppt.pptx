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9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620061-C34D-A3B7-5940-BE709B742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8BE5348-4150-1432-BF41-8B6158CD8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EEA1662-CE27-7E91-25F5-7CF742FF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4F7837F-5CFE-225A-E541-647A53F1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FD7270D-8060-A8C6-A7C6-FA02779F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1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C11195-7B2D-D9B3-1F40-338AF6CE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3F45E7-882C-5889-7A91-E2899F98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0B3A668-2163-DC5F-000C-99D04BD1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2DCAF15-837C-A2E6-CE96-389F9369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F10E05E-29D6-5A52-DAF5-70CD8170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33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82BAF-525F-B91E-F475-6B16136F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3B0169-04B6-889D-9395-E23924B83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A6E271F-3BC1-6D80-61A5-20714621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ACC5C0B-0752-E07E-F1B4-42DDAEC1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20ADC54-A0FD-377E-3EA3-40C3F402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015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915A2-F608-CB47-7D85-9F5B65E9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A40043-FB96-7A9B-03E4-F76B4B7B6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3423D24-C537-6D17-F5FC-75E928A28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05D0A0B-6928-7F21-5649-6D0A92C0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AE22978-46DA-85C6-DE20-B65E5FC6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B820735-5828-0436-7078-B74046BE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0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28269-9259-444F-3BA5-F1E655ED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C7D23C9-45CE-8575-C235-FD69DBBE6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BE944E9-8D81-521D-729D-FB4817B95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8F43CF3-1E47-5583-9F73-26AF58B57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CB72FA3-7582-12BB-F3EA-975F34FCA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1726007-915E-7884-FA0D-ED29812A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8750862-4663-03F0-2194-B8CB21DB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8241765-75DF-9FF1-F906-ABE1C7A9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05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90DF7-C693-4E1B-D6BF-73ACA0A6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5B0646E-9E59-2347-C314-546A5DF2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E65BE2F-4353-F35F-1B4A-20C1E902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7892C00-D80C-C1D4-EAF8-8F262CEDF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3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79A57AA-DA4C-1030-4065-9E021CAB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417ED76-FCF3-8304-59AC-349A2346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0BCA97-FAEC-78CA-192C-4C52F8F4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3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F3BDFD-BBAB-4676-9AD7-4144C8A52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A43D548-6D89-F768-815F-891AF95C5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EBFEBB8-C4CC-F65C-C5E0-E3FCC8632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6CF33D7-7256-D25B-659F-E783A3E7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E4FC95A-F526-7249-5219-A45A5291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671A830-BAB5-56C0-A2E3-390AB953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18A8A0-D08C-2278-C4E5-B3D2D6FA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F1B4B8F-FB16-7631-1952-002BD36C3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361FFA2-2A9B-A2B9-F24E-EE9613861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5E0668C-6C6A-F7E9-BA9B-F91D2C69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D0D6D6E-5225-CAF9-033B-3A1AFC1B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39D935E-09F1-D2FA-29F4-6C4B5223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1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D45EB6-58FE-87C8-2943-EAD33E2B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053DDB4-FA64-086A-6345-774426F49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9E958B0-D10A-6C0E-B1FE-28D76C8A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81C958A-5789-BC81-F094-AD33E50D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C324CAB-88AB-EB4C-EDF2-EAE2A5AB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4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3CE9607-01DF-C9E9-8FCF-3E4468A84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F186745-8C9B-EA3C-0EA7-BDEAFFB53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5DA54CB-AD29-B259-C175-2B661813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BFAC867-1C3E-1317-8A06-FB7425251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269E4E0-ED5E-7BDA-F01B-C5653265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1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5954657-7881-0EE8-FE81-36DB3A3B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EA7ED7C-AB82-76FB-8F8A-E0F267578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B42AD7-DA4B-7F65-F8E0-E238B2996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56139-8FBB-48F7-89B6-3486CEBC206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C32107-80E4-4930-7E92-609D8A06F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2CA5CE-3E40-4052-3A10-9E5E786F4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BF04E-B909-4C77-8856-7266B1523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3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ree customizable pastel desktop wallpaper templates | Canva">
            <a:extLst>
              <a:ext uri="{FF2B5EF4-FFF2-40B4-BE49-F238E27FC236}">
                <a16:creationId xmlns:a16="http://schemas.microsoft.com/office/drawing/2014/main" id="{CA288042-DBA5-BA35-6D31-C50104EDF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6998DFC-A07F-CC0D-B7B3-95A1DC420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42383">
            <a:off x="1461190" y="112642"/>
            <a:ext cx="9148763" cy="676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BF87F8C4-A9A9-C55D-62B8-0A52525E31AF}"/>
              </a:ext>
            </a:extLst>
          </p:cNvPr>
          <p:cNvSpPr txBox="1"/>
          <p:nvPr/>
        </p:nvSpPr>
        <p:spPr>
          <a:xfrm>
            <a:off x="66174" y="6124074"/>
            <a:ext cx="4186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Lara</a:t>
            </a:r>
          </a:p>
        </p:txBody>
      </p:sp>
    </p:spTree>
    <p:extLst>
      <p:ext uri="{BB962C8B-B14F-4D97-AF65-F5344CB8AC3E}">
        <p14:creationId xmlns:p14="http://schemas.microsoft.com/office/powerpoint/2010/main" val="4289440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AB8EDC3-1C0D-4505-A2C7-839A5161F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069E294-3813-4588-9E9C-AEA08F9C4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Cute Nature Floral Flower Minimalist Girly Abstract Background Wallpaper  6575432 Vector Art at Vecteezy">
            <a:extLst>
              <a:ext uri="{FF2B5EF4-FFF2-40B4-BE49-F238E27FC236}">
                <a16:creationId xmlns:a16="http://schemas.microsoft.com/office/drawing/2014/main" id="{17478F36-8041-80B2-3453-F889BE099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" b="10048"/>
          <a:stretch/>
        </p:blipFill>
        <p:spPr bwMode="auto">
          <a:xfrm>
            <a:off x="-12508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58A80CA-4753-C7C8-538F-CCB1C75A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29" y="632390"/>
            <a:ext cx="12191981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Congenial SemiBold" panose="020F0502020204030204" pitchFamily="2" charset="0"/>
              </a:rPr>
              <a:t>Game🌻</a:t>
            </a:r>
          </a:p>
        </p:txBody>
      </p:sp>
      <p:pic>
        <p:nvPicPr>
          <p:cNvPr id="6" name="Tijdelijke aanduiding voor inhoud 5" descr="Afbeelding met clipart, tekenfilm&#10;&#10;Automatisch gegenereerde beschrijving">
            <a:extLst>
              <a:ext uri="{FF2B5EF4-FFF2-40B4-BE49-F238E27FC236}">
                <a16:creationId xmlns:a16="http://schemas.microsoft.com/office/drawing/2014/main" id="{3308DE2A-8059-8543-F147-045439A48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342" y="1744708"/>
            <a:ext cx="3368584" cy="3368584"/>
          </a:xfr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706506C8-4B63-4327-BF26-CF7157845414}"/>
              </a:ext>
            </a:extLst>
          </p:cNvPr>
          <p:cNvSpPr txBox="1"/>
          <p:nvPr/>
        </p:nvSpPr>
        <p:spPr>
          <a:xfrm>
            <a:off x="4173621" y="2459504"/>
            <a:ext cx="54430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🌸Character Customization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🌸Crops harvesting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🌸Quests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🌸Riddles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🌸Explore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🌸Meet new people!</a:t>
            </a:r>
          </a:p>
        </p:txBody>
      </p:sp>
      <p:pic>
        <p:nvPicPr>
          <p:cNvPr id="11" name="Afbeelding 10" descr="Afbeelding met tekst, schets, tekenfilm, illustratie&#10;&#10;Automatisch gegenereerde beschrijving">
            <a:extLst>
              <a:ext uri="{FF2B5EF4-FFF2-40B4-BE49-F238E27FC236}">
                <a16:creationId xmlns:a16="http://schemas.microsoft.com/office/drawing/2014/main" id="{726F9139-E1B9-6011-DF4A-01B02087AB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948" y="1055946"/>
            <a:ext cx="4057346" cy="405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9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ute Nature Floral Flower Minimalist Girly Abstract Background Wallpaper  6575432 Vector Art at Vecteezy">
            <a:extLst>
              <a:ext uri="{FF2B5EF4-FFF2-40B4-BE49-F238E27FC236}">
                <a16:creationId xmlns:a16="http://schemas.microsoft.com/office/drawing/2014/main" id="{2F4FEEE5-255C-3291-F7D1-1249A6218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" b="10048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1323898-33FE-DA8B-BAF0-D92F21324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Congenial SemiBold" panose="02000503040000020004" pitchFamily="2" charset="0"/>
              </a:rPr>
              <a:t>Information🌻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06ABF57-EE56-CAAD-D9DB-AEA3F683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en-US" sz="1800" kern="1200" dirty="0">
                <a:solidFill>
                  <a:srgbClr val="FFFFFF"/>
                </a:solidFill>
                <a:effectLst/>
                <a:latin typeface="+mn-ea"/>
                <a:ea typeface="+mn-ea"/>
                <a:cs typeface="+mn-cs"/>
              </a:rPr>
              <a:t>🌸</a:t>
            </a:r>
            <a:r>
              <a:rPr lang="en-US" sz="2200" dirty="0">
                <a:solidFill>
                  <a:schemeClr val="bg1"/>
                </a:solidFill>
                <a:latin typeface="Agency FB" panose="020B0503020202020204" pitchFamily="34" charset="0"/>
              </a:rPr>
              <a:t>Game is text based (for now)</a:t>
            </a:r>
          </a:p>
          <a:p>
            <a:r>
              <a:rPr lang="en-US" sz="1800" kern="1200" dirty="0">
                <a:solidFill>
                  <a:srgbClr val="FFFFFF"/>
                </a:solidFill>
                <a:effectLst/>
                <a:latin typeface="+mn-ea"/>
                <a:ea typeface="+mn-ea"/>
                <a:cs typeface="+mn-cs"/>
              </a:rPr>
              <a:t>🌸</a:t>
            </a:r>
            <a:r>
              <a:rPr lang="en-US" sz="2200" kern="1200" dirty="0">
                <a:solidFill>
                  <a:schemeClr val="bg1"/>
                </a:solidFill>
                <a:effectLst/>
                <a:latin typeface="Agency FB" panose="020B0503020202020204" pitchFamily="34" charset="0"/>
                <a:ea typeface="+mn-ea"/>
                <a:cs typeface="+mn-cs"/>
              </a:rPr>
              <a:t>Language: Python</a:t>
            </a:r>
          </a:p>
          <a:p>
            <a:r>
              <a:rPr lang="en-US" sz="1800" kern="1200" dirty="0">
                <a:solidFill>
                  <a:srgbClr val="FFFFFF"/>
                </a:solidFill>
                <a:effectLst/>
                <a:latin typeface="+mn-ea"/>
                <a:ea typeface="+mn-ea"/>
                <a:cs typeface="+mn-cs"/>
              </a:rPr>
              <a:t>🌸Designed by Lara </a:t>
            </a:r>
          </a:p>
          <a:p>
            <a:r>
              <a:rPr lang="en-US" sz="1800" kern="1200" dirty="0">
                <a:solidFill>
                  <a:srgbClr val="FFFFFF"/>
                </a:solidFill>
                <a:effectLst/>
                <a:latin typeface="+mn-ea"/>
                <a:ea typeface="+mn-ea"/>
                <a:cs typeface="+mn-cs"/>
              </a:rPr>
              <a:t>🌸Pixel Game</a:t>
            </a:r>
            <a:endParaRPr lang="en-US" sz="2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ute Nature Floral Flower Minimalist Girly Abstract Background Wallpaper  6575432 Vector Art at Vecteezy">
            <a:extLst>
              <a:ext uri="{FF2B5EF4-FFF2-40B4-BE49-F238E27FC236}">
                <a16:creationId xmlns:a16="http://schemas.microsoft.com/office/drawing/2014/main" id="{224ABD52-D400-A478-DFC9-62A4565EC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" b="10048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63F406-0677-5CDB-3FA6-96252671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Characters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DC3F63-8020-7548-B4F4-AE998F7C6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🌸Annie: Blacksmith ⚒️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🌸Mark: Fish shop owner 🎣</a:t>
            </a:r>
          </a:p>
          <a:p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-----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🌸Others are still in the making</a:t>
            </a:r>
          </a:p>
        </p:txBody>
      </p:sp>
    </p:spTree>
    <p:extLst>
      <p:ext uri="{BB962C8B-B14F-4D97-AF65-F5344CB8AC3E}">
        <p14:creationId xmlns:p14="http://schemas.microsoft.com/office/powerpoint/2010/main" val="406069709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63</Words>
  <Application>Microsoft Macintosh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Agency FB</vt:lpstr>
      <vt:lpstr>Arial</vt:lpstr>
      <vt:lpstr>Calibri</vt:lpstr>
      <vt:lpstr>Calibri Light</vt:lpstr>
      <vt:lpstr>Congenial SemiBold</vt:lpstr>
      <vt:lpstr>Kantoorthema</vt:lpstr>
      <vt:lpstr>PowerPoint Presentation</vt:lpstr>
      <vt:lpstr>Game🌻</vt:lpstr>
      <vt:lpstr>Information🌻</vt:lpstr>
      <vt:lpstr>Characters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Lara Mollaoglu</dc:creator>
  <cp:lastModifiedBy>Lara Mollaoğlu</cp:lastModifiedBy>
  <cp:revision>7</cp:revision>
  <dcterms:created xsi:type="dcterms:W3CDTF">2024-10-03T11:49:44Z</dcterms:created>
  <dcterms:modified xsi:type="dcterms:W3CDTF">2026-09-11T16:08:12Z</dcterms:modified>
</cp:coreProperties>
</file>